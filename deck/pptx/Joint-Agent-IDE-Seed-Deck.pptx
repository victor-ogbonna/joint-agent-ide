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"Everyone who's touched embedded knows this weekend. Two days lost to toolchains and drivers before a line of real code — and for a lot of talented people that's where the project dies. But notice Amara is the lucky one: she has a laptop. A huge share of the people who'd be best at this own a phone and nothing else, so they never start. The barrier isn't ability. It's setup — and hardware."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"One sentence in. A minute later, working firmware on physical hardware, nothing installed. The objection: 'isn't this ChatGPT for Arduino?' No — those hand you code and wish you luck. We run the whole loop, and the compiler proves it worked." (~22s)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"Four steps, one tab. Step three is what matters: a real PlatformIO toolchain in the cloud across 466 boards. That's the hard infrastructure — and it means the agent grades itself. When the build breaks it reads its own error and fixes it. Objection: 'can an LLM really debug firmware reliably?' It doesn't have to be perfect. It has to iterate against a compiler that tells the truth." (~28s)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"This isn't a mockup. Auth, payments, the compiler, hardware flashing — all working, all built solo. That's the live serial monitor on the right of the screenshot: real hardware, reporting back. Fifty people I interviewed to shape it; a separate fifty already on the waitlist. Objection: 'fifty is small.' It is, deliberately. I'm raising to convert a waitlist and scale infrastructure, not to discover whether the thing works. That's answered." (~28s)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47.2 million is sourced. The 6 million embedded slice is my estimate and I label it as one. Times eighty-four a year, roughly a five-hundred-million TAM. But that figure only counts people already classified as developers — every one of whom owns a laptop. Mobile flashing is the interesting number, because a phone is the one computer almost every student already has. Objection: 'not venture-scale.' At seven dollars alone, no. Team seats, institutions, and a device class nobody else can serve change that." (~28s)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"Freemium. Free tier is about fifteen projects — enough to prove it. Pro is seven dollars, inference costs well under a dollar per active subscriber, so margin sits around ninety percent and improves with scale. The objection is always price — and the answer is the price per seat isn't fixed. Institutions, teams and mobile all move revenue per account up on the same product." (~24s)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"Only our row is yes across the board. Simulators never touch real hardware. General assistants write code with nothing verifying it. Classic IDEs still need the install we removed. Objection: 'couldn't OpenAI or Arduino just add this?' They'd have to build the same cloud compiler and the same flashing layer. That's the moat, and we're already through it." (~28s)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Bridge Agent is the single most important thing on this slide. Today flashing needs a desktop browser with Web Serial. A small local helper removes that — and then you flash a board from an Android phone over OTG, using a cable that costs about a dollar. Think about what that means: a student with no laptop can build real hardware. Every competitor requires a computer they don't have. We require the phone already in their pocket. Everything after this is expansion — this is what turns a tool into a platform." (~28s)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"'Now' is already done — that's the point of anchoring it on the timeline. First six months: the Bridge Agent and converting the waitlist into revenue. By month twelve, licensing launched and distribution past my own community. By eighteen, Series-A-ready on retention numbers, not promises." (~22s)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"I'm not an outsider guessing at this market. I run the community that trains these builders, I've shipped hardware products, and CNG Protect was already backed for embedded AI. Objection: 'solo founder, big roadmap.' True — part of what the raise is for. But the riskiest thing, proving the product works, is done, and I did it alone." (~24s)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"Three hundred thousand: infrastructure, growth, and V2 — mainly the Bridge Agent, which is what puts this on a phone. The product is live, the margin works, the waitlist is waiting. Every hardware project that dies during setup is our market — and every builder who never got one because they don't own a laptop. It's running right now; happy to open it and build something live in the room." (~24s)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TITLE</a:t>
            </a:r>
            <a:endParaRPr lang="en-US" sz="1000" dirty="0"/>
          </a:p>
        </p:txBody>
      </p:sp>
      <p:pic>
        <p:nvPicPr>
          <p:cNvPr id="3" name="Image 0" descr="/home/victorogbonna313/joint-agent-project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960120" cy="960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1031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Joint-Agent</a:t>
            </a:r>
            <a:endParaRPr lang="en-US" sz="5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023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should be the hardest part.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805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AI agent that writes, compiles and flashes embedded firmware — from a browser tab.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06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 ·  $300,000  ·  LIVE IN PRODUCTION</a:t>
            </a:r>
            <a:endParaRPr lang="en-US" sz="1000" dirty="0"/>
          </a:p>
        </p:txBody>
      </p:sp>
      <p:pic>
        <p:nvPicPr>
          <p:cNvPr id="8" name="Image 1" descr="/home/victorogbonna313/joint-agent-project/deck-assets/build/board-of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873752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quits because the idea was too hard.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has a working idea for an irrigation controller. She loses the weekend to toolchains, drivers and a compiler error written for someone who already knows what it means.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196389" cy="566928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200400"/>
            <a:ext cx="19769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toolchain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72461" y="3200400"/>
            <a:ext cx="2196389" cy="566928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2189" y="3200400"/>
            <a:ext cx="19769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versions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96282" y="3200400"/>
            <a:ext cx="1537106" cy="566928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06010" y="3200400"/>
            <a:ext cx="13176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the 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60820" y="3200400"/>
            <a:ext cx="2196389" cy="566928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0548" y="3200400"/>
            <a:ext cx="19769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 errors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84641" y="3200400"/>
            <a:ext cx="2855671" cy="566928"/>
          </a:xfrm>
          <a:prstGeom prst="rect">
            <a:avLst/>
          </a:prstGeom>
          <a:solidFill>
            <a:srgbClr val="0B0D12"/>
          </a:solidFill>
          <a:ln w="12700">
            <a:solidFill>
              <a:srgbClr val="F9731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894369" y="3200400"/>
            <a:ext cx="2636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the actual thing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 WEEKEND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891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Amara is the lucky case — she owns a laptop. Plenty of students and first-time builders don’t. They own a phone. Today that rules them out of hardware entirely, before ability is ever tested.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where talent leaks out.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it. It compiles. It flashes.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in. Working firmware running on your physical board — in a browser tab, with nothing installed.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005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575158" cy="347472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325880"/>
            <a:ext cx="5751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213702" y="1325880"/>
            <a:ext cx="915314" cy="347472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3702" y="1325880"/>
            <a:ext cx="9153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183880" y="1325880"/>
            <a:ext cx="575158" cy="347472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325880"/>
            <a:ext cx="5751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813902" y="1325880"/>
            <a:ext cx="1425550" cy="347472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13902" y="1325880"/>
            <a:ext cx="1425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manager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294315" y="1325880"/>
            <a:ext cx="1340510" cy="347472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94315" y="1325880"/>
            <a:ext cx="13405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system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1746504"/>
            <a:ext cx="1425550" cy="347472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1746504"/>
            <a:ext cx="1425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 config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017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JOINT-AGENT IDE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3383280"/>
            <a:ext cx="5056632" cy="685800"/>
          </a:xfrm>
          <a:prstGeom prst="rect">
            <a:avLst/>
          </a:prstGeom>
          <a:solidFill>
            <a:srgbClr val="1C171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3832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"Blink the built-in LED twice a second"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running on the board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HOW IT WORKS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toolchain, not a chat box.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2567864" cy="1691640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40280"/>
            <a:ext cx="2567864" cy="320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46888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DESCRIBE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70632"/>
            <a:ext cx="216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27248"/>
            <a:ext cx="2165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which board and what behaviour.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0824" y="2240280"/>
            <a:ext cx="2567864" cy="1691640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0824" y="2240280"/>
            <a:ext cx="2567864" cy="320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1992" y="246888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GENERATE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591992" y="2770632"/>
            <a:ext cx="216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Board-specific C++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91992" y="3127248"/>
            <a:ext cx="2165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libraries pulled in automatically.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3008" y="2240280"/>
            <a:ext cx="2567864" cy="1691640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008" y="2240280"/>
            <a:ext cx="2567864" cy="320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4176" y="246888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COMPILE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34176" y="2770632"/>
            <a:ext cx="216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Joint-Agent Engine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34176" y="3127248"/>
            <a:ext cx="2165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PlatformIO toolchain in the cloud.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5191" y="2240280"/>
            <a:ext cx="2567864" cy="1691640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5191" y="2240280"/>
            <a:ext cx="2567864" cy="320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76359" y="246888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FLASH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276359" y="2770632"/>
            <a:ext cx="216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to metal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76359" y="3127248"/>
            <a:ext cx="2165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Web Serial, with a live serial monitor.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27432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434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is the evaluator.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cannot bluff.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4805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loop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48006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fails → the agent reads its own compiler error and fixes it. Correctness is verifiable, not an opinion.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TRACTION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Shipped, not slideware.</a:t>
            </a:r>
            <a:endParaRPr lang="en-US" sz="3400" dirty="0"/>
          </a:p>
        </p:txBody>
      </p:sp>
      <p:pic>
        <p:nvPicPr>
          <p:cNvPr id="4" name="Image 0" descr="/home/victorogbonna313/joint-agent-project/deck-assets/build/ide-screensh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6035040" cy="33101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2148840"/>
            <a:ext cx="2473452" cy="1030224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2331720"/>
            <a:ext cx="2107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752344"/>
            <a:ext cx="21076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not a prototype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349740" y="2148840"/>
            <a:ext cx="2473452" cy="1030224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32620" y="2331720"/>
            <a:ext cx="2107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466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532620" y="2752344"/>
            <a:ext cx="21076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boards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3288792"/>
            <a:ext cx="2473452" cy="1030224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3471672"/>
            <a:ext cx="2107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3892296"/>
            <a:ext cx="21076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interviews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349740" y="3288792"/>
            <a:ext cx="2473452" cy="1030224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32620" y="3471672"/>
            <a:ext cx="2107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532620" y="3892296"/>
            <a:ext cx="21076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waitlist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66560" y="4428744"/>
            <a:ext cx="2473452" cy="1030224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4611624"/>
            <a:ext cx="2107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5032248"/>
            <a:ext cx="21076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— real, not mocked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349740" y="4428744"/>
            <a:ext cx="2473452" cy="1030224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532620" y="4611624"/>
            <a:ext cx="2107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532620" y="5032248"/>
            <a:ext cx="21076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 to end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715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dollar goes into scale — not into finding out whether this can be built.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MARKET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47.2M developers. The hardware ones have the worst tools.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6400800" cy="1572768"/>
          </a:xfrm>
          <a:prstGeom prst="rect">
            <a:avLst/>
          </a:prstGeom>
          <a:solidFill>
            <a:srgbClr val="1C171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697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is the unlock          [ V2 · ROADMAP 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035808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embedded tool ever built assumes a laptop. Students, hobbyists and first-time builders are far likelier to own a phone than a dev-capable laptop. Flashing over OTG from Android reaches a population no desktop tool can address — that’s not a feature, it’s a second market.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problem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902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friction blocks a maker in Berlin exactly as it blocks one in Enugu.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292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distribution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2180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runs the largest student hardware community in South-East Nigeria. A beachhead, not a boundary.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2514600"/>
            <a:ext cx="4325112" cy="502920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52360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47.2M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worldwide — SlashData,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0" y="3090672"/>
            <a:ext cx="4325112" cy="502920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2095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3227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embedded / IoT (internal estimate)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0" y="3666744"/>
            <a:ext cx="4325112" cy="502920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236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38039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 subscriber, per year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0" y="4242816"/>
            <a:ext cx="4325112" cy="566928"/>
          </a:xfrm>
          <a:prstGeom prst="rect">
            <a:avLst/>
          </a:prstGeom>
          <a:solidFill>
            <a:srgbClr val="1C171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352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~$500M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4425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5029200"/>
            <a:ext cx="4325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counts people already counted as developers. It excludes everyone shut out for owning a phone and not a laptop — the segment mobile flashing opens.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BUSINESS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gross margin, live today.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86400" cy="1737360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8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tokens — roughly 15 complete projects. Enough to feel the value.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36792" y="2240280"/>
            <a:ext cx="5486400" cy="1737360"/>
          </a:xfrm>
          <a:prstGeom prst="rect">
            <a:avLst/>
          </a:prstGeom>
          <a:solidFill>
            <a:srgbClr val="14171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11112" y="2468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743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 /mo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611112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 tokens — 100+ projects.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909742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297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 $7.00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46060" y="4297680"/>
            <a:ext cx="1996995" cy="548640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55788" y="4297680"/>
            <a:ext cx="17775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$0.25–0.56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12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 is the wedge, not the ceiling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32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seats, institutional and education licensing, and mobile all raise revenue per account on the same product.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COMPETITION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stops at the code.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56232"/>
                <a:gridCol w="1856232"/>
                <a:gridCol w="1856232"/>
                <a:gridCol w="186537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B93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Writes code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B93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Compiles for real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B93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Flashes hardware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B93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Zero install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DEAE6"/>
                          </a:solidFill>
                        </a:rPr>
                        <a:t>Arduino IDE / PlatformIO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272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9731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9731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272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DEAE6"/>
                          </a:solidFill>
                        </a:rPr>
                        <a:t>Wokwi &amp; simulators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272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272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272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9731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DEAE6"/>
                          </a:solidFill>
                        </a:rPr>
                        <a:t>Copilot / Cursor / ChatGPT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9731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272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272"/>
                          </a:solidFill>
                        </a:rPr>
                        <a:t>✕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9731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Joint-Agent IDE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4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83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Verifiable.  </a:t>
            </a:r>
            <a:pPr indent="0" marL="0">
              <a:buNone/>
            </a:pPr>
            <a:r>
              <a:rPr lang="en-US" sz="11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grades the model.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983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infrastructure.  </a:t>
            </a:r>
            <a:pPr indent="0" marL="0">
              <a:buNone/>
            </a:pPr>
            <a:r>
              <a:rPr lang="en-US" sz="11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compilation across 466 boards.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50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to metal.  </a:t>
            </a:r>
            <a:pPr indent="0" marL="0">
              <a:buNone/>
            </a:pPr>
            <a:r>
              <a:rPr lang="en-US" sz="11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install, unlike every incumbent.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5550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loop.  </a:t>
            </a:r>
            <a:pPr indent="0" marL="0">
              <a:buNone/>
            </a:pPr>
            <a:r>
              <a:rPr lang="en-US" sz="11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hand you code. We hand you a running board.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board to the whole workflow.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94415" cy="2240280"/>
          </a:xfrm>
          <a:prstGeom prst="rect">
            <a:avLst/>
          </a:prstGeom>
          <a:solidFill>
            <a:srgbClr val="14171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500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 — THE UNLOCK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Agent. A lightweight local companion connecting any microcontroller to the browser on Linux, Windows, macOS, iOS and Android — removing the Web Serial limit entirely.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310128"/>
            <a:ext cx="10515600" cy="896112"/>
          </a:xfrm>
          <a:prstGeom prst="rect">
            <a:avLst/>
          </a:prstGeom>
          <a:solidFill>
            <a:srgbClr val="1C171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456432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hardware with no computer at all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758184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OTG cable turns any Android phone into the entire workbench — write, compile and flash. For a student who has a phone and no laptop, this is the difference between building and not building.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094415" cy="658368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663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468172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circuit simulation and design · AI-powered CAD for embedded · custom component building · auto-generated IoT sketches.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11094415" cy="658368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54406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companion apps · OTA firmware updates · collaboration spaces · dashboards · no-code automations · AI/ML and LLM plugins · blockchain accountability plugin.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264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rival tool needs a laptop. We need a phone and a cable.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MILESTONES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next 18 months buy.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567864" cy="2377440"/>
          </a:xfrm>
          <a:prstGeom prst="rect">
            <a:avLst/>
          </a:prstGeom>
          <a:solidFill>
            <a:srgbClr val="1C171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56032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926080"/>
            <a:ext cx="2165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production. 466 boards. 50 interviews. 50 on the waitlist. Payments working.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90824" y="2331720"/>
            <a:ext cx="2567864" cy="2377440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1992" y="256032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1–6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591992" y="2926080"/>
            <a:ext cx="2165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Agent on desktop and mobile — including OTG flashing from Android phones. Board coverage expanded. First paying cohort converted.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2331720"/>
            <a:ext cx="2567864" cy="2377440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4176" y="256032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7–12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2926080"/>
            <a:ext cx="2165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simulation and CAD in beta. Team and education licensing. Distribution beyond the founding community.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75191" y="2331720"/>
            <a:ext cx="2567864" cy="2377440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76359" y="256032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13–18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76359" y="2926080"/>
            <a:ext cx="2165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Collaboration, OTA, plugin ecosystem. Series A readiness on recurring revenue and retention.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TEAM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someone who lived the problem.</a:t>
            </a:r>
            <a:endParaRPr lang="en-US" sz="3400" dirty="0"/>
          </a:p>
        </p:txBody>
      </p:sp>
      <p:pic>
        <p:nvPicPr>
          <p:cNvPr id="4" name="Image 0" descr="/home/victorogbonna313/joint-agent-project/deck-assets/build/foun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301752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77640" y="2286000"/>
            <a:ext cx="27432" cy="9326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06240" y="2286000"/>
            <a:ext cx="7452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— Joint-Agent IDE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2587752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embedded engineer. 4+ years embedded, 3+ years software including web and blockchain. Built the product end to end, solo.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77640" y="3364992"/>
            <a:ext cx="27432" cy="9326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06240" y="3364992"/>
            <a:ext cx="7452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— Ogbontor Engineering Enterprise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3666744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student hardware community in South-East Nigeria. Trains robotics, embedded, IoT, PCB and CAD. Builds products for market and incubates student hardware ideas.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77640" y="4443984"/>
            <a:ext cx="27432" cy="9326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06240" y="4443984"/>
            <a:ext cx="7452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— CNG Protect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4745736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Edge-AI IoT safety device predicting explosions in retrofitted CNG vehicles and warning drivers.   ✓ BACKED BY SEDC · $5,000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715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teaches the users, ships hardware products, and has already been funded once for embedded AI.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THE ASK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$300,000 to make the idea the hardest part.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669280" cy="749808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45059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INFRASTRUCTURE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157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compilation and flashing capacity.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669280" cy="749808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31927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 &amp; GROWTH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844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waitlist, reach embedded developers globally.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669280" cy="749808"/>
          </a:xfrm>
          <a:prstGeom prst="rect">
            <a:avLst/>
          </a:prstGeom>
          <a:solidFill>
            <a:srgbClr val="14171F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18795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DEVELOPMENT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531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Agent and phone-based flashing, circuit simulation and CAD, the plugin ecosystem.</a:t>
            </a:r>
            <a:endParaRPr lang="en-US" sz="1050" dirty="0"/>
          </a:p>
        </p:txBody>
      </p:sp>
      <p:pic>
        <p:nvPicPr>
          <p:cNvPr id="13" name="Image 0" descr="/home/victorogbonna313/joint-agent-project/deck-assets/build/board-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331720"/>
            <a:ext cx="5056632" cy="20116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0" y="4526280"/>
            <a:ext cx="27432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12280" y="452628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describes the irrigation controller and watches it run on the board. Her weekend goes into the idea.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120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should be the hardest part.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JOINT-AGENT IDE  ·  OGBONTOR ENGINEERING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/ APPENDIX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292608"/>
          </a:xfrm>
          <a:prstGeom prst="rect">
            <a:avLst/>
          </a:prstGeom>
          <a:solidFill>
            <a:srgbClr val="080A0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85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IF ASKED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70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plain English; the agent returns board-specific C++ plus a structured schematic.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Joint-Agent Engine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301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PlatformIO toolchain with espressif32 and atmelavr baked in — 466 boards from the real catalog.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902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failure, compiler stderr feeds back to the agent, which patches and resubmits.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578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504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streams to the browser and onto the board over Web Serial, with a live monitor reading back.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/ APPENDIX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292608"/>
          </a:xfrm>
          <a:prstGeom prst="rect">
            <a:avLst/>
          </a:prstGeom>
          <a:solidFill>
            <a:srgbClr val="080A0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85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IF ASKED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624986" cy="1005840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50,000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31677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cap — ~15 projects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83354" y="2240280"/>
            <a:ext cx="3624986" cy="1005840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1954" y="242316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400,000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11954" y="2834640"/>
            <a:ext cx="31677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cap — 100+ projects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18069" y="2240280"/>
            <a:ext cx="3624986" cy="1005840"/>
          </a:xfrm>
          <a:prstGeom prst="rect">
            <a:avLst/>
          </a:prstGeom>
          <a:solidFill>
            <a:srgbClr val="0B0D12"/>
          </a:solidFill>
          <a:ln w="12700">
            <a:solidFill>
              <a:srgbClr val="1F24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6669" y="242316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$0.25–0.56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46669" y="2834640"/>
            <a:ext cx="31677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/ subscriber / month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output is metered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044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system instruction and history aren’t charged to the user’s allowance.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720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drives cost down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646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prefix caching discounts the repeated system instruction, so cost trends to the low end as usage grows.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beyond $7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247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team billing, institutional and education site licences, and a mobile tier once the Bridge Agent ships.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 / APPENDIX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292608"/>
          </a:xfrm>
          <a:prstGeom prst="rect">
            <a:avLst/>
          </a:prstGeom>
          <a:solidFill>
            <a:srgbClr val="080A0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85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IF ASKED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incumbents can’t just add this.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70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hardware in software. Closing the loop to a physical board means a flashing layer and a real toolchain — a different product, not a feature toggle.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coding assistants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301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evaluator. Nothing compiles it, nothing flashes it, nothing tells them when they’re wrong. Adding that is adding Joint-Agent Engine.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IDEs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902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compile and flash — locally. Moving that to zero-install in the browser means rebuilding the toolchain as cloud infrastructure across hundreds of boards.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Ogbontor Engineering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Joint-Agent IDE — Seed Deck</dc:title>
  <dc:subject>PptxGenJS Presentation</dc:subject>
  <dc:creator>Victor Ogbonna</dc:creator>
  <cp:lastModifiedBy>Victor Ogbonna</cp:lastModifiedBy>
  <cp:revision>1</cp:revision>
  <dcterms:created xsi:type="dcterms:W3CDTF">2026-09-11T16:51:55Z</dcterms:created>
  <dcterms:modified xsi:type="dcterms:W3CDTF">2026-09-11T16:51:55Z</dcterms:modified>
</cp:coreProperties>
</file>